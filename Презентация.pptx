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6CA3C-4691-0366-CF4D-D4AF516A3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0085FC-C8D4-4F0E-85E6-FA5F22099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CBC285-4BE6-4C63-2425-0B633EEE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297D72-15A9-83AE-B2AE-0C7245BA0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89DAD6-AFCE-B38F-F82B-2C488C77D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493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2CD9A-9AC7-EA07-4D31-320635A86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1B80-8994-12C1-9D14-52A685D1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E3FC05-2B92-38EE-C37E-46347E8E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4B5D9-A46F-945E-122E-34048912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41EDD9-2D2C-CDFA-9F6D-EAF91415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621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697D7-AE9F-F472-297E-1FBD442D6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FD2BC1-AD69-73F1-FE5D-D605C9A46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97B0D6-4CBD-98AD-7299-68BD74632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CE1384-94B5-758B-D192-035C6B15D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9F61D8-3A13-A130-95BE-0416B90BD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9962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72FBE1-92B1-7DB3-D4B1-D89A4A79F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F512C9-D229-FDA7-ADD3-A9E3FB25D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19F218-711F-0734-03C2-EB8BA57D0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005C76-E697-48E9-5EBF-231B148C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690111-D9F7-BA5E-78CE-D1283904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A24F383-85C0-C75C-4BA1-F7757B698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079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017530-CAFA-6833-CD4F-31C530A1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758F40-B3DD-EE7B-F834-03060C414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11E244-5E13-C92D-B354-D1D011784C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CB1792-3C63-AF0B-E5EC-9FF33BD56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4C6BB89-894C-2E00-11A5-7C2C15B77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190108-36CC-E116-817C-E982EEB21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B48A4BC-CFEB-FF34-92B7-D8CBE6ED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4A87E0E-A3C0-9E98-23CC-5D219B67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7144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A7D8E-6868-3ED4-56C2-99772B70F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21627C-22F0-9E2C-928B-50D4E893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445448-D234-B220-AAB6-7F22A6CF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B666FC-2271-0B85-1995-019869D3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950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AE2D2ED-F909-53AE-0F11-23FF3724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E227FF-2EE3-C747-CB32-B6AB465A8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292450-9B17-34DC-15A3-EEEF9B9BD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9300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3F0B1-B25D-E3DC-F0E9-CECA13614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CF417-82C3-6F43-887D-EADEF288B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88EF2A-0C26-442C-53D7-A71E70D1B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3AC2F0-B593-FEDA-FFA2-E7BFC89A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ED9AFC3-67C3-5226-B3CA-85126EE7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0BE0810-704D-21FA-8B4E-B4F87A40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1617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56860B-0191-2BE4-1CE0-8AC525AA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B0CEF5-B171-9CED-3A7F-63436AF75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0F77CE-0594-4EF6-8766-B3BADCBE8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A321F13-C11E-FFE3-552E-EE3D050A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B8689BD-B218-B077-133D-C768F0BAA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305B0F0-06FA-3581-5DA4-67D5E755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38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A3F41E-31A4-52D8-8F5D-10B11C1DB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873EF9-A4B2-BE85-5D52-79D264C50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50CBF2-7D65-C012-C2D7-B1B3F7490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3A78FF-248B-E7ED-BD3A-BBC4D2249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92B14C-E149-53E0-09CA-69D0ABEC2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61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3EBBA72-6F56-B77D-AB9D-DBAA77226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AE10D4-8E1F-2CBA-1260-F98F899B8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342A-9F35-911C-EA76-800B26A76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6409F8-59A8-9115-5E00-E16287E57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7CCBEC-596C-F7A5-3011-C7822C43F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485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00B86C-865D-1766-776B-2382C73AC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FE9770-579D-0EE2-52D5-2D3A2DEF4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BB60B0-5128-30ED-787E-A5F142941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21C2CA-9143-41E2-B7E2-25190851760F}" type="datetimeFigureOut">
              <a:rPr lang="ru-RU" smtClean="0"/>
              <a:t>29.03.2026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CF7376-2707-73A1-0927-DC264BEE0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5B9F65-702C-01B2-E34C-F8974F64E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E996E9-3C3A-4753-B87C-A3D49B8D09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1178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C9560B-1EC5-A619-9B4D-9BD6903EAC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Разработка набора утилит для сетевого мониторинга на языке Python.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20C7AC-613D-FFCD-74F7-AC25251EB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Проект по дисциплине «Программирование»</a:t>
            </a:r>
          </a:p>
          <a:p>
            <a:r>
              <a:rPr lang="ru-RU" dirty="0"/>
              <a:t>Автор: Лобач А.В.</a:t>
            </a:r>
          </a:p>
        </p:txBody>
      </p:sp>
    </p:spTree>
    <p:extLst>
      <p:ext uri="{BB962C8B-B14F-4D97-AF65-F5344CB8AC3E}">
        <p14:creationId xmlns:p14="http://schemas.microsoft.com/office/powerpoint/2010/main" val="407388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9D931-2D9E-C3A8-BEF8-7C9CC04A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Цели и задачи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7280F-0BAD-3C75-AE34-3A1E06AB9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Цель:</a:t>
            </a:r>
            <a:r>
              <a:rPr lang="ru-RU" dirty="0"/>
              <a:t> Создание легковесного инструментария для системного администратора по инвентаризации локальной сети.</a:t>
            </a:r>
          </a:p>
          <a:p>
            <a:r>
              <a:rPr lang="ru-RU" b="1" dirty="0"/>
              <a:t>Задачи:</a:t>
            </a:r>
            <a:endParaRPr lang="ru-RU" dirty="0"/>
          </a:p>
          <a:p>
            <a:pPr lvl="1"/>
            <a:r>
              <a:rPr lang="ru-RU" dirty="0"/>
              <a:t>Автоматизировать поиск устройств в сегменте сети.</a:t>
            </a:r>
          </a:p>
          <a:p>
            <a:pPr lvl="1"/>
            <a:r>
              <a:rPr lang="ru-RU" dirty="0"/>
              <a:t>Реализовать фильтрацию служебного трафика (</a:t>
            </a:r>
            <a:r>
              <a:rPr lang="ru-RU" dirty="0" err="1"/>
              <a:t>Broadcast</a:t>
            </a:r>
            <a:r>
              <a:rPr lang="ru-RU" dirty="0"/>
              <a:t>/</a:t>
            </a:r>
            <a:r>
              <a:rPr lang="ru-RU" dirty="0" err="1"/>
              <a:t>Multicast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Обеспечить удобный интерфейс взаимодействия с пользователем.</a:t>
            </a: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775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4D32B0-B147-FFD9-071C-DD2788D57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 технологии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F1FA71-BCFA-DF02-2071-7A32D97A8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Язык разработки:</a:t>
            </a:r>
            <a:r>
              <a:rPr lang="ru-RU" dirty="0"/>
              <a:t> </a:t>
            </a:r>
            <a:r>
              <a:rPr lang="en-US" dirty="0"/>
              <a:t>Python 3.12.</a:t>
            </a:r>
          </a:p>
          <a:p>
            <a:r>
              <a:rPr lang="ru-RU" dirty="0"/>
              <a:t>Почему выбран Python?</a:t>
            </a:r>
          </a:p>
          <a:p>
            <a:pPr lvl="1"/>
            <a:r>
              <a:rPr lang="ru-RU" dirty="0"/>
              <a:t>Стандарт индустрии: Python является основным языком для системного администрирования и </a:t>
            </a:r>
            <a:r>
              <a:rPr lang="ru-RU" dirty="0" err="1"/>
              <a:t>DevOps</a:t>
            </a:r>
            <a:r>
              <a:rPr lang="ru-RU" dirty="0"/>
              <a:t> благодаря лаконичному синтаксису и мощным инструментам автоматизации.</a:t>
            </a:r>
          </a:p>
          <a:p>
            <a:pPr lvl="1"/>
            <a:r>
              <a:rPr lang="ru-RU" dirty="0"/>
              <a:t>Кроссплатформенность: Код легко адаптировать под разные операционные системы, хотя в данном проекте он оптимизирован под системные утилиты Windows.</a:t>
            </a:r>
          </a:p>
          <a:p>
            <a:pPr lvl="1"/>
            <a:r>
              <a:rPr lang="ru-RU" dirty="0"/>
              <a:t>Скорость разработки: Высокоуровневые структуры данных позволяют быстро реализовывать сложную логику фильтрации IP-адресов.</a:t>
            </a:r>
          </a:p>
        </p:txBody>
      </p:sp>
    </p:spTree>
    <p:extLst>
      <p:ext uri="{BB962C8B-B14F-4D97-AF65-F5344CB8AC3E}">
        <p14:creationId xmlns:p14="http://schemas.microsoft.com/office/powerpoint/2010/main" val="178592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F4784C-9887-DE6B-CC14-A0471D63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Обоснование выбора модулей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CA42A6-23F2-EF77-01F1-2ACDEFC70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 err="1"/>
              <a:t>socket</a:t>
            </a:r>
            <a:r>
              <a:rPr lang="ru-RU" dirty="0"/>
              <a:t>:</a:t>
            </a:r>
          </a:p>
          <a:p>
            <a:pPr lvl="1"/>
            <a:r>
              <a:rPr lang="ru-RU" i="1" dirty="0"/>
              <a:t>Почему:</a:t>
            </a:r>
            <a:r>
              <a:rPr lang="ru-RU" dirty="0"/>
              <a:t> Это низкоуровневый интерфейс для работы с сетевыми подключениями.</a:t>
            </a:r>
          </a:p>
          <a:p>
            <a:pPr lvl="1"/>
            <a:r>
              <a:rPr lang="ru-RU" i="1" dirty="0"/>
              <a:t>Роль:</a:t>
            </a:r>
            <a:r>
              <a:rPr lang="ru-RU" dirty="0"/>
              <a:t> Позволяет выполнять «быстрое» сканирование TCP-портов (L4) без установки тяжелых сторонних библиотек вроде </a:t>
            </a:r>
            <a:r>
              <a:rPr lang="ru-RU" dirty="0" err="1"/>
              <a:t>scapy</a:t>
            </a:r>
            <a:r>
              <a:rPr lang="ru-RU" dirty="0"/>
              <a:t> или </a:t>
            </a:r>
            <a:r>
              <a:rPr lang="ru-RU" dirty="0" err="1"/>
              <a:t>nmap-python</a:t>
            </a:r>
            <a:r>
              <a:rPr lang="ru-RU" dirty="0"/>
              <a:t>.</a:t>
            </a:r>
          </a:p>
          <a:p>
            <a:r>
              <a:rPr lang="ru-RU" b="1" dirty="0" err="1"/>
              <a:t>subprocess</a:t>
            </a:r>
            <a:r>
              <a:rPr lang="ru-RU" dirty="0"/>
              <a:t>:</a:t>
            </a:r>
          </a:p>
          <a:p>
            <a:pPr lvl="1"/>
            <a:r>
              <a:rPr lang="ru-RU" i="1" dirty="0"/>
              <a:t>Почему:</a:t>
            </a:r>
            <a:r>
              <a:rPr lang="ru-RU" dirty="0"/>
              <a:t> Позволяет обращаться к ресурсам операционной системы напрямую.</a:t>
            </a:r>
          </a:p>
          <a:p>
            <a:pPr lvl="1"/>
            <a:r>
              <a:rPr lang="ru-RU" i="1" dirty="0"/>
              <a:t>Роль:</a:t>
            </a:r>
            <a:r>
              <a:rPr lang="ru-RU" dirty="0"/>
              <a:t> Использование системных команд </a:t>
            </a:r>
            <a:r>
              <a:rPr lang="ru-RU" dirty="0" err="1"/>
              <a:t>ping</a:t>
            </a:r>
            <a:r>
              <a:rPr lang="ru-RU" dirty="0"/>
              <a:t> и </a:t>
            </a:r>
            <a:r>
              <a:rPr lang="ru-RU" dirty="0" err="1"/>
              <a:t>arp</a:t>
            </a:r>
            <a:r>
              <a:rPr lang="ru-RU" dirty="0"/>
              <a:t> позволяет получать данные, которые уже собраны ОС (из кэша ARP), что экономит время и сетевой трафик (не нужно заново опрашивать всю сеть).</a:t>
            </a:r>
          </a:p>
          <a:p>
            <a:r>
              <a:rPr lang="ru-RU" b="1" dirty="0" err="1"/>
              <a:t>re</a:t>
            </a:r>
            <a:r>
              <a:rPr lang="ru-RU" b="1" dirty="0"/>
              <a:t> (</a:t>
            </a:r>
            <a:r>
              <a:rPr lang="ru-RU" b="1" dirty="0" err="1"/>
              <a:t>Regular</a:t>
            </a:r>
            <a:r>
              <a:rPr lang="ru-RU" b="1" dirty="0"/>
              <a:t> </a:t>
            </a:r>
            <a:r>
              <a:rPr lang="ru-RU" b="1" dirty="0" err="1"/>
              <a:t>Expressions</a:t>
            </a:r>
            <a:r>
              <a:rPr lang="ru-RU" b="1" dirty="0"/>
              <a:t>)</a:t>
            </a:r>
            <a:r>
              <a:rPr lang="ru-RU" dirty="0"/>
              <a:t>:</a:t>
            </a:r>
          </a:p>
          <a:p>
            <a:pPr lvl="1"/>
            <a:r>
              <a:rPr lang="ru-RU" i="1" dirty="0"/>
              <a:t>Почему:</a:t>
            </a:r>
            <a:r>
              <a:rPr lang="ru-RU" dirty="0"/>
              <a:t> Самый надежный способ поиска паттернов в текстовых данных.</a:t>
            </a:r>
          </a:p>
          <a:p>
            <a:pPr lvl="1"/>
            <a:r>
              <a:rPr lang="ru-RU" i="1" dirty="0"/>
              <a:t>Роль:</a:t>
            </a:r>
            <a:r>
              <a:rPr lang="ru-RU" dirty="0"/>
              <a:t> Гарантирует, что программа будет пытаться взаимодействовать только с корректными IPv4-адресами, отсекая текстовый «мусор» из вывода системных команд.</a:t>
            </a:r>
          </a:p>
        </p:txBody>
      </p:sp>
    </p:spTree>
    <p:extLst>
      <p:ext uri="{BB962C8B-B14F-4D97-AF65-F5344CB8AC3E}">
        <p14:creationId xmlns:p14="http://schemas.microsoft.com/office/powerpoint/2010/main" val="162638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7F446655-6761-DB3D-E8DC-A72295FE8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Модульность:</a:t>
            </a:r>
            <a:r>
              <a:rPr lang="ru-RU" dirty="0"/>
              <a:t> Проект разделен на две независимые программы:</a:t>
            </a:r>
          </a:p>
          <a:p>
            <a:pPr lvl="1"/>
            <a:r>
              <a:rPr lang="ru-RU" b="1" dirty="0"/>
              <a:t>arp.py</a:t>
            </a:r>
            <a:r>
              <a:rPr lang="ru-RU" dirty="0"/>
              <a:t>: Инструмент автоматической разведки. Извлекает данные из ARP-кэша системы и сканирует найденные узлы.</a:t>
            </a:r>
          </a:p>
          <a:p>
            <a:pPr lvl="1"/>
            <a:r>
              <a:rPr lang="ru-RU" b="1" dirty="0"/>
              <a:t>main.py</a:t>
            </a:r>
            <a:r>
              <a:rPr lang="ru-RU" dirty="0"/>
              <a:t>: Интерактивный сканер. Позволяет пользователю вручную вводить цели, поддерживает циклическую работу и валидацию ввода.</a:t>
            </a:r>
          </a:p>
          <a:p>
            <a:r>
              <a:rPr lang="ru-RU" b="1" dirty="0"/>
              <a:t>Логика фильтрации:</a:t>
            </a:r>
            <a:r>
              <a:rPr lang="ru-RU" dirty="0"/>
              <a:t> Алгоритм отсекает адреса диапазона 224.x.x.x и широковещательные адреса (.255).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07863D-513E-75D4-CD16-5D10D98AF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547291"/>
            <a:ext cx="10515600" cy="123110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effectLst/>
              </a:rPr>
              <a:t>Архитектура проекта</a:t>
            </a:r>
            <a:endParaRPr kumimoji="0" lang="ru-RU" altLang="ru-RU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117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523DD-5DB1-FDC7-9981-6061A511B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Демонстрация работы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1E9D701-A368-96D1-5105-3BB6425687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700463" y="1380827"/>
            <a:ext cx="3075589" cy="4796136"/>
          </a:xfrm>
          <a:prstGeom prst="rect">
            <a:avLst/>
          </a:prstGeom>
        </p:spPr>
      </p:pic>
      <p:pic>
        <p:nvPicPr>
          <p:cNvPr id="9" name="Объект 8">
            <a:extLst>
              <a:ext uri="{FF2B5EF4-FFF2-40B4-BE49-F238E27FC236}">
                <a16:creationId xmlns:a16="http://schemas.microsoft.com/office/drawing/2014/main" id="{B23EA907-183D-E2F0-13FA-894C0EB75D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1497" y="2243686"/>
            <a:ext cx="4163006" cy="35152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2544B0-33D5-413C-03D0-F0C81118B0BC}"/>
              </a:ext>
            </a:extLst>
          </p:cNvPr>
          <p:cNvSpPr txBox="1"/>
          <p:nvPr/>
        </p:nvSpPr>
        <p:spPr>
          <a:xfrm>
            <a:off x="1620253" y="6336632"/>
            <a:ext cx="3304673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приложения </a:t>
            </a:r>
            <a:r>
              <a:rPr lang="en-US" dirty="0"/>
              <a:t>arp.py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1C3775-DA03-FDCA-D7BE-505736A5D66E}"/>
              </a:ext>
            </a:extLst>
          </p:cNvPr>
          <p:cNvSpPr txBox="1"/>
          <p:nvPr/>
        </p:nvSpPr>
        <p:spPr>
          <a:xfrm>
            <a:off x="7267074" y="6308391"/>
            <a:ext cx="3304673" cy="36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Работа приложения </a:t>
            </a:r>
            <a:r>
              <a:rPr lang="en-US" dirty="0" err="1"/>
              <a:t>main.oy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303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90F57-55CB-064A-814F-1B3E05BEB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 и </a:t>
            </a:r>
            <a:r>
              <a:rPr lang="en-US" b="1" dirty="0"/>
              <a:t>GitHub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2A3D02-426C-A61D-618A-B55969FA8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Итоги:</a:t>
            </a:r>
            <a:r>
              <a:rPr lang="ru-RU" dirty="0"/>
              <a:t> Создан работоспособный инструмент, не требующий установки сторонних зависимостей.</a:t>
            </a:r>
          </a:p>
          <a:p>
            <a:r>
              <a:rPr lang="ru-RU" b="1" dirty="0"/>
              <a:t>Ссылка:</a:t>
            </a:r>
            <a:r>
              <a:rPr lang="en-US" b="1" dirty="0"/>
              <a:t> </a:t>
            </a:r>
            <a:r>
              <a:rPr lang="en-US" dirty="0"/>
              <a:t>https://github.com/alplex4-sys/net-scanner.git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44800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368</Words>
  <Application>Microsoft Office PowerPoint</Application>
  <PresentationFormat>Широкоэкранный</PresentationFormat>
  <Paragraphs>38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Тема Office</vt:lpstr>
      <vt:lpstr>Разработка набора утилит для сетевого мониторинга на языке Python.</vt:lpstr>
      <vt:lpstr>Цели и задачи проекта</vt:lpstr>
      <vt:lpstr>Используемые технологии</vt:lpstr>
      <vt:lpstr>Обоснование выбора модулей</vt:lpstr>
      <vt:lpstr>Архитектура проекта  </vt:lpstr>
      <vt:lpstr>Демонстрация работы</vt:lpstr>
      <vt:lpstr>Заключение и GitHub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2026-03-29T19:03:36Z</dcterms:created>
  <dcterms:modified xsi:type="dcterms:W3CDTF">2026-03-29T19:20:56Z</dcterms:modified>
</cp:coreProperties>
</file>